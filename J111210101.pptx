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267" r:id="rId3"/>
    <p:sldId id="266" r:id="rId4"/>
    <p:sldId id="262" r:id="rId5"/>
    <p:sldId id="263" r:id="rId6"/>
    <p:sldId id="264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8" r:id="rId15"/>
    <p:sldId id="279" r:id="rId16"/>
    <p:sldId id="280" r:id="rId17"/>
    <p:sldId id="275" r:id="rId18"/>
    <p:sldId id="276" r:id="rId19"/>
    <p:sldId id="277" r:id="rId20"/>
    <p:sldId id="28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249AD-7A91-40A2-9826-2E5AE7B5F7CB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6B306-DC47-4C7F-A961-C72D76F478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1219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58217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50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30746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28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416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9408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020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8898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7365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765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762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5001CAE-136B-45B2-8B44-EC257F6EB9ED}" type="datetimeFigureOut">
              <a:rPr lang="zh-TW" altLang="en-US" smtClean="0"/>
              <a:t>2023/5/24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4AD6A1C4-D29B-48E8-8E72-FB4CE202CC0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51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-346200" y="1633067"/>
            <a:ext cx="12726800" cy="204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zh-TW" altLang="en-US" dirty="0"/>
              <a:t>系統晶片</a:t>
            </a:r>
            <a:endParaRPr dirty="0"/>
          </a:p>
        </p:txBody>
      </p:sp>
      <p:sp>
        <p:nvSpPr>
          <p:cNvPr id="63" name="Google Shape;63;p13"/>
          <p:cNvSpPr txBox="1"/>
          <p:nvPr/>
        </p:nvSpPr>
        <p:spPr>
          <a:xfrm>
            <a:off x="488267" y="4200133"/>
            <a:ext cx="11360800" cy="1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algn="ctr"/>
            <a:r>
              <a:rPr lang="zh-TW" altLang="en-US" sz="2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學生 </a:t>
            </a:r>
            <a:r>
              <a:rPr lang="en-US" altLang="zh-TW" sz="2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: </a:t>
            </a:r>
            <a:r>
              <a:rPr lang="zh-TW" altLang="en-US" sz="2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林以宸</a:t>
            </a:r>
          </a:p>
          <a:p>
            <a:pPr algn="ctr"/>
            <a:endParaRPr lang="en-US" altLang="zh-TW" sz="2800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algn="ctr"/>
            <a:endParaRPr lang="en-US" altLang="zh-TW" sz="2800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algn="ctr"/>
            <a:r>
              <a:rPr lang="zh-TW" altLang="en-US" sz="2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教授 </a:t>
            </a:r>
            <a:r>
              <a:rPr lang="en-US" altLang="zh-TW" sz="2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: </a:t>
            </a:r>
            <a:r>
              <a:rPr lang="zh-TW" altLang="en-US" sz="2800" dirty="0">
                <a:solidFill>
                  <a:srgbClr val="000000"/>
                </a:solidFill>
                <a:latin typeface="Economica"/>
                <a:ea typeface="Economica"/>
                <a:cs typeface="Economica"/>
                <a:sym typeface="Economica"/>
              </a:rPr>
              <a:t>謝瑞鴻 教授</a:t>
            </a:r>
            <a:endParaRPr sz="2800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algn="ctr"/>
            <a:endParaRPr sz="2800" dirty="0">
              <a:solidFill>
                <a:srgbClr val="000000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E0C6C6-E8B6-4BEF-BC9C-51AE7F4C0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825335"/>
            <a:ext cx="9601200" cy="3581400"/>
          </a:xfrm>
        </p:spPr>
        <p:txBody>
          <a:bodyPr>
            <a:normAutofit/>
          </a:bodyPr>
          <a:lstStyle/>
          <a:p>
            <a:r>
              <a:rPr lang="en-US" altLang="zh-TW" sz="3600" dirty="0" err="1"/>
              <a:t>max_hvt_ccs.db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 err="1"/>
              <a:t>max_svt_ccs.db</a:t>
            </a:r>
            <a:endParaRPr lang="en-US" altLang="zh-TW" sz="3600" dirty="0"/>
          </a:p>
          <a:p>
            <a:endParaRPr lang="en-US" altLang="zh-TW" sz="3600" dirty="0"/>
          </a:p>
          <a:p>
            <a:r>
              <a:rPr lang="en-US" altLang="zh-TW" sz="3600" dirty="0" err="1"/>
              <a:t>Max_lvt_ccs.db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140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95868F5-9BF8-40DE-B030-93BAB09CB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04" y="2346227"/>
            <a:ext cx="3732780" cy="2792967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57AC6869-B509-469F-8457-608037A78D6D}"/>
              </a:ext>
            </a:extLst>
          </p:cNvPr>
          <p:cNvCxnSpPr>
            <a:cxnSpLocks/>
          </p:cNvCxnSpPr>
          <p:nvPr/>
        </p:nvCxnSpPr>
        <p:spPr>
          <a:xfrm flipV="1">
            <a:off x="1500913" y="2792827"/>
            <a:ext cx="771896" cy="581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3CB672A-1F38-456D-B99C-AF3B040EC0CB}"/>
              </a:ext>
            </a:extLst>
          </p:cNvPr>
          <p:cNvCxnSpPr>
            <a:cxnSpLocks/>
          </p:cNvCxnSpPr>
          <p:nvPr/>
        </p:nvCxnSpPr>
        <p:spPr>
          <a:xfrm>
            <a:off x="1500913" y="2833402"/>
            <a:ext cx="0" cy="50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EBC6E4D-0FC8-40F4-8139-63EEF48F5D06}"/>
              </a:ext>
            </a:extLst>
          </p:cNvPr>
          <p:cNvCxnSpPr>
            <a:cxnSpLocks/>
          </p:cNvCxnSpPr>
          <p:nvPr/>
        </p:nvCxnSpPr>
        <p:spPr>
          <a:xfrm flipV="1">
            <a:off x="2403424" y="2792826"/>
            <a:ext cx="5719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E8C6300B-DDFC-434E-8B7F-7AD0AC39D6D8}"/>
              </a:ext>
            </a:extLst>
          </p:cNvPr>
          <p:cNvCxnSpPr>
            <a:cxnSpLocks/>
          </p:cNvCxnSpPr>
          <p:nvPr/>
        </p:nvCxnSpPr>
        <p:spPr>
          <a:xfrm flipV="1">
            <a:off x="1500912" y="2792828"/>
            <a:ext cx="1621631" cy="1266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856E992D-11C1-42E5-B73F-1A1F3EC21784}"/>
              </a:ext>
            </a:extLst>
          </p:cNvPr>
          <p:cNvCxnSpPr>
            <a:cxnSpLocks/>
          </p:cNvCxnSpPr>
          <p:nvPr/>
        </p:nvCxnSpPr>
        <p:spPr>
          <a:xfrm>
            <a:off x="1500912" y="4208960"/>
            <a:ext cx="0" cy="50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609734E6-1F56-4233-97DB-BF064D79810F}"/>
              </a:ext>
            </a:extLst>
          </p:cNvPr>
          <p:cNvCxnSpPr>
            <a:cxnSpLocks/>
          </p:cNvCxnSpPr>
          <p:nvPr/>
        </p:nvCxnSpPr>
        <p:spPr>
          <a:xfrm flipV="1">
            <a:off x="1448454" y="2721080"/>
            <a:ext cx="2529780" cy="2091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32B142DD-9DAF-4467-B9A0-42B8C96ADDDF}"/>
              </a:ext>
            </a:extLst>
          </p:cNvPr>
          <p:cNvCxnSpPr>
            <a:cxnSpLocks/>
          </p:cNvCxnSpPr>
          <p:nvPr/>
        </p:nvCxnSpPr>
        <p:spPr>
          <a:xfrm>
            <a:off x="3980876" y="2792826"/>
            <a:ext cx="0" cy="50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984A973C-93C2-474D-826F-18BC115FE440}"/>
              </a:ext>
            </a:extLst>
          </p:cNvPr>
          <p:cNvCxnSpPr>
            <a:cxnSpLocks/>
          </p:cNvCxnSpPr>
          <p:nvPr/>
        </p:nvCxnSpPr>
        <p:spPr>
          <a:xfrm flipV="1">
            <a:off x="2352641" y="3482939"/>
            <a:ext cx="1621631" cy="1266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3EEE0170-F21D-49EC-8A9B-4606FEEB4CB6}"/>
              </a:ext>
            </a:extLst>
          </p:cNvPr>
          <p:cNvCxnSpPr>
            <a:cxnSpLocks/>
          </p:cNvCxnSpPr>
          <p:nvPr/>
        </p:nvCxnSpPr>
        <p:spPr>
          <a:xfrm flipV="1">
            <a:off x="2528427" y="4763350"/>
            <a:ext cx="5719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706F19A4-848C-4116-8D90-EF76132A6562}"/>
              </a:ext>
            </a:extLst>
          </p:cNvPr>
          <p:cNvCxnSpPr>
            <a:cxnSpLocks/>
          </p:cNvCxnSpPr>
          <p:nvPr/>
        </p:nvCxnSpPr>
        <p:spPr>
          <a:xfrm flipV="1">
            <a:off x="3122543" y="4131278"/>
            <a:ext cx="771896" cy="5818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07B38DC0-A98A-4220-A671-A7598CBFC43E}"/>
              </a:ext>
            </a:extLst>
          </p:cNvPr>
          <p:cNvCxnSpPr>
            <a:cxnSpLocks/>
          </p:cNvCxnSpPr>
          <p:nvPr/>
        </p:nvCxnSpPr>
        <p:spPr>
          <a:xfrm>
            <a:off x="3980876" y="4208960"/>
            <a:ext cx="0" cy="500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圖片 25">
            <a:extLst>
              <a:ext uri="{FF2B5EF4-FFF2-40B4-BE49-F238E27FC236}">
                <a16:creationId xmlns:a16="http://schemas.microsoft.com/office/drawing/2014/main" id="{4FEE0359-AE93-40C1-8F03-3EEE4E58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2370510"/>
            <a:ext cx="3168943" cy="2792967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1602F49E-33CC-44B1-84B5-AF0B377D4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042" y="2422647"/>
            <a:ext cx="3718330" cy="2768684"/>
          </a:xfrm>
          <a:prstGeom prst="rect">
            <a:avLst/>
          </a:prstGeom>
        </p:spPr>
      </p:pic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9528DC58-CD55-431D-B80C-B2FD619696FB}"/>
              </a:ext>
            </a:extLst>
          </p:cNvPr>
          <p:cNvSpPr/>
          <p:nvPr/>
        </p:nvSpPr>
        <p:spPr>
          <a:xfrm>
            <a:off x="4459165" y="3596392"/>
            <a:ext cx="570016" cy="463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A2A13975-841B-4B3E-8193-8A52D7959279}"/>
              </a:ext>
            </a:extLst>
          </p:cNvPr>
          <p:cNvSpPr/>
          <p:nvPr/>
        </p:nvSpPr>
        <p:spPr>
          <a:xfrm>
            <a:off x="7994943" y="3623819"/>
            <a:ext cx="570016" cy="4631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635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ADDBB5C-5F3F-4AEC-856B-3B861A73E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083" y="136258"/>
            <a:ext cx="6373409" cy="6585484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114BE803-8036-4F09-AB37-83CB60F84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738" y="890648"/>
            <a:ext cx="5269859" cy="676893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7DD92EAF-7C25-49B5-95ED-62A449FC9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3083" y="32657"/>
            <a:ext cx="2057687" cy="21910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4E73E2C-6D9C-45C6-AB08-176ADF879B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32" y="32657"/>
            <a:ext cx="2753109" cy="13336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3AC54E8-C02C-4E0F-ACFE-ED20588B1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381" y="99341"/>
            <a:ext cx="2753109" cy="13336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0F00078-49CD-452B-AF32-AA437E7EB5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5999"/>
            <a:ext cx="2753109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52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927AE8E-AEDE-4932-B407-7F34774C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844" y="110416"/>
            <a:ext cx="4456003" cy="663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81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C1748766-006A-422E-9759-1E176725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125" y="241355"/>
            <a:ext cx="1150082" cy="637772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4B88BF4-F8AD-47D7-9C33-88960C13C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008" y="241355"/>
            <a:ext cx="8112426" cy="637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94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CB704D8-0691-4062-A781-169CF0419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378" y="2517717"/>
            <a:ext cx="8585643" cy="3200104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6AA19ECC-EF6F-400B-A15D-3699088BE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en-US" altLang="zh-TW" dirty="0"/>
              <a:t>Set Libraries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7885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BA707C3-F6BA-4C39-B973-12B24272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69" y="1103856"/>
            <a:ext cx="9482580" cy="48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22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032EB09-A035-445B-8F84-B86CA1363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096" y="696292"/>
            <a:ext cx="7563885" cy="546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29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A744790-BCF0-4F63-A576-E58EE9CB0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836" y="643407"/>
            <a:ext cx="9505991" cy="557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4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4D39B-2EBC-41C7-9C3B-A65FFB1D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max_hvt_ccs.db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2965A9-217E-4230-80EE-D3B3AFBC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382" y="1653838"/>
            <a:ext cx="6742517" cy="451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8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CBAAF0A-7658-4553-A7AC-3975EBF1C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04" y="574948"/>
            <a:ext cx="9853302" cy="596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83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F698D8A-FBED-4558-AE6D-CCC2F8829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437" y="588913"/>
            <a:ext cx="6822453" cy="595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81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ED3D3D-51A8-4276-BEA4-3BDF0F2E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max_svt_ccs.db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4771E0F-FCB3-4012-B602-FAC96E04B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474" y="1815590"/>
            <a:ext cx="6123051" cy="42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647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F21D5EA-F425-417C-A964-3606DDECF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990" y="511376"/>
            <a:ext cx="9153521" cy="592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9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12193EC-1CFE-4088-BB44-232E6331C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291" y="49702"/>
            <a:ext cx="6548212" cy="675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4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4D39B-2EBC-41C7-9C3B-A65FFB1D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max_lvt_ccs.db</a:t>
            </a:r>
            <a:br>
              <a:rPr lang="en-US" altLang="zh-TW" dirty="0"/>
            </a:b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A2DDC55-747F-4DB9-B16B-556D35147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0" y="1684961"/>
            <a:ext cx="7270704" cy="459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001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87B6E78-4730-419E-99F6-3EC198FBE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858" y="696116"/>
            <a:ext cx="9709740" cy="582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23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DA17D08-EE76-4EDA-80EB-D9C14A528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250" y="370197"/>
            <a:ext cx="6427501" cy="636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5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E11E09-B129-4FF4-B274-A26AFF3A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compare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B4F0B201-340C-4EC3-B57C-3338E7A0E7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689841"/>
              </p:ext>
            </p:extLst>
          </p:nvPr>
        </p:nvGraphicFramePr>
        <p:xfrm>
          <a:off x="1371600" y="2440379"/>
          <a:ext cx="1004058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355458743"/>
                    </a:ext>
                  </a:extLst>
                </a:gridCol>
                <a:gridCol w="2657698">
                  <a:extLst>
                    <a:ext uri="{9D8B030D-6E8A-4147-A177-3AD203B41FA5}">
                      <a16:colId xmlns:a16="http://schemas.microsoft.com/office/drawing/2014/main" val="1074251161"/>
                    </a:ext>
                  </a:extLst>
                </a:gridCol>
                <a:gridCol w="2683823">
                  <a:extLst>
                    <a:ext uri="{9D8B030D-6E8A-4147-A177-3AD203B41FA5}">
                      <a16:colId xmlns:a16="http://schemas.microsoft.com/office/drawing/2014/main" val="4019907169"/>
                    </a:ext>
                  </a:extLst>
                </a:gridCol>
                <a:gridCol w="2778826">
                  <a:extLst>
                    <a:ext uri="{9D8B030D-6E8A-4147-A177-3AD203B41FA5}">
                      <a16:colId xmlns:a16="http://schemas.microsoft.com/office/drawing/2014/main" val="3504041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max_hvt_ccs.db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max_svt.ccs.db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max_lvt_ccs.db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316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DESIGN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DFC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DFC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DFC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884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PROCESS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WORST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WORST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WORST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94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VOLTAGE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0.7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0.7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0.7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V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23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TEMPERATURE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125</a:t>
                      </a:r>
                      <a:r>
                        <a:rPr lang="zh-TW" altLang="en-US" dirty="0"/>
                        <a:t> 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125</a:t>
                      </a:r>
                      <a:r>
                        <a:rPr lang="zh-TW" altLang="en-US" dirty="0"/>
                        <a:t> 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125</a:t>
                      </a:r>
                      <a:r>
                        <a:rPr lang="zh-TW" altLang="en-US" dirty="0"/>
                        <a:t> </a:t>
                      </a:r>
                      <a:r>
                        <a:rPr lang="zh-TW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90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TOTAL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AREA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5437.882532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5538.858397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5058.167284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508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Slack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-5.00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-2.14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-1.46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02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Speed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143 MHz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242 MHz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289 MHz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680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3448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E1364-158E-4227-B1C3-ACB07B02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max_lvt</a:t>
            </a:r>
            <a:r>
              <a:rPr lang="en-US" altLang="zh-TW" dirty="0"/>
              <a:t>/</a:t>
            </a:r>
            <a:r>
              <a:rPr lang="en-US" altLang="zh-TW" dirty="0" err="1"/>
              <a:t>svt</a:t>
            </a:r>
            <a:r>
              <a:rPr lang="en-US" altLang="zh-TW" dirty="0"/>
              <a:t>/</a:t>
            </a:r>
            <a:r>
              <a:rPr lang="en-US" altLang="zh-TW" dirty="0" err="1"/>
              <a:t>hvt_ccs.db</a:t>
            </a:r>
            <a:endParaRPr lang="zh-TW" altLang="en-US" dirty="0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C278B15B-91C2-4B02-86C4-31AB7CD72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957460" cy="4328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dirty="0"/>
              <a:t>max : </a:t>
            </a:r>
            <a:r>
              <a:rPr lang="en-US" altLang="zh-TW" sz="2400" dirty="0"/>
              <a:t>process WORST , voltage 0.7 V , temperature 125</a:t>
            </a:r>
            <a:r>
              <a:rPr lang="zh-TW" altLang="en-US" sz="2400" dirty="0">
                <a:solidFill>
                  <a:schemeClr val="dk1"/>
                </a:solidFill>
              </a:rPr>
              <a:t>℃</a:t>
            </a:r>
            <a:endParaRPr lang="en-US" altLang="zh-TW" sz="2400" dirty="0">
              <a:solidFill>
                <a:schemeClr val="dk1"/>
              </a:solidFill>
            </a:endParaRPr>
          </a:p>
          <a:p>
            <a:pPr marL="0" indent="0">
              <a:buNone/>
            </a:pPr>
            <a:endParaRPr lang="en-US" altLang="zh-TW" sz="24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TW" sz="3600" dirty="0">
                <a:solidFill>
                  <a:schemeClr val="dk1"/>
                </a:solidFill>
              </a:rPr>
              <a:t>Vth : </a:t>
            </a:r>
            <a:r>
              <a:rPr lang="zh-TW" altLang="en-US" sz="2400" dirty="0">
                <a:solidFill>
                  <a:schemeClr val="dk1"/>
                </a:solidFill>
              </a:rPr>
              <a:t>閥值電壓，當電壓輸入到一定值，輸出電壓會發生急劇變化的</a:t>
            </a:r>
            <a:r>
              <a:rPr lang="en-US" altLang="zh-TW" sz="2400" dirty="0">
                <a:solidFill>
                  <a:schemeClr val="dk1"/>
                </a:solidFill>
              </a:rPr>
              <a:t>	</a:t>
            </a:r>
            <a:r>
              <a:rPr lang="zh-TW" altLang="en-US" sz="2400" dirty="0">
                <a:solidFill>
                  <a:schemeClr val="dk1"/>
                </a:solidFill>
              </a:rPr>
              <a:t> 轉折點，閥值電壓大小會影響</a:t>
            </a:r>
            <a:r>
              <a:rPr lang="en-US" altLang="zh-TW" sz="2400" dirty="0">
                <a:solidFill>
                  <a:schemeClr val="dk1"/>
                </a:solidFill>
              </a:rPr>
              <a:t>CMOS</a:t>
            </a:r>
            <a:r>
              <a:rPr lang="zh-TW" altLang="en-US" sz="2400" dirty="0">
                <a:solidFill>
                  <a:schemeClr val="dk1"/>
                </a:solidFill>
              </a:rPr>
              <a:t>集成電路的速度、功耗</a:t>
            </a:r>
            <a:endParaRPr lang="en-US" altLang="zh-TW" sz="24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TW" sz="3600" dirty="0" err="1">
                <a:solidFill>
                  <a:schemeClr val="dk1"/>
                </a:solidFill>
              </a:rPr>
              <a:t>hvt</a:t>
            </a:r>
            <a:r>
              <a:rPr lang="en-US" altLang="zh-TW" sz="3600" dirty="0">
                <a:solidFill>
                  <a:schemeClr val="dk1"/>
                </a:solidFill>
              </a:rPr>
              <a:t> :</a:t>
            </a:r>
            <a:r>
              <a:rPr lang="zh-TW" altLang="en-US" sz="3600" dirty="0">
                <a:solidFill>
                  <a:schemeClr val="dk1"/>
                </a:solidFill>
              </a:rPr>
              <a:t> </a:t>
            </a:r>
            <a:r>
              <a:rPr lang="zh-TW" altLang="en-US" sz="2400" dirty="0">
                <a:solidFill>
                  <a:schemeClr val="dk1"/>
                </a:solidFill>
              </a:rPr>
              <a:t>高閥值電壓，速度慢，功耗低</a:t>
            </a:r>
            <a:endParaRPr lang="en-US" altLang="zh-TW" sz="24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TW" sz="3600" dirty="0" err="1">
                <a:solidFill>
                  <a:schemeClr val="dk1"/>
                </a:solidFill>
              </a:rPr>
              <a:t>svt</a:t>
            </a:r>
            <a:r>
              <a:rPr lang="zh-TW" altLang="en-US" sz="3600" dirty="0">
                <a:solidFill>
                  <a:schemeClr val="dk1"/>
                </a:solidFill>
              </a:rPr>
              <a:t> </a:t>
            </a:r>
            <a:r>
              <a:rPr lang="en-US" altLang="zh-TW" sz="3600" dirty="0">
                <a:solidFill>
                  <a:schemeClr val="dk1"/>
                </a:solidFill>
              </a:rPr>
              <a:t>: </a:t>
            </a:r>
            <a:r>
              <a:rPr lang="zh-TW" altLang="en-US" sz="2400" dirty="0">
                <a:solidFill>
                  <a:schemeClr val="dk1"/>
                </a:solidFill>
              </a:rPr>
              <a:t>標準閥值電壓，介於兩者中間，速度、功耗都適中</a:t>
            </a:r>
            <a:endParaRPr lang="en-US" altLang="zh-TW" sz="3600" dirty="0">
              <a:solidFill>
                <a:schemeClr val="dk1"/>
              </a:solidFill>
            </a:endParaRPr>
          </a:p>
          <a:p>
            <a:pPr marL="0" indent="0">
              <a:buNone/>
            </a:pPr>
            <a:r>
              <a:rPr lang="en-US" altLang="zh-TW" sz="3600" dirty="0" err="1">
                <a:solidFill>
                  <a:schemeClr val="dk1"/>
                </a:solidFill>
              </a:rPr>
              <a:t>lvt</a:t>
            </a:r>
            <a:r>
              <a:rPr lang="zh-TW" altLang="en-US" sz="3600" dirty="0">
                <a:solidFill>
                  <a:schemeClr val="dk1"/>
                </a:solidFill>
              </a:rPr>
              <a:t> </a:t>
            </a:r>
            <a:r>
              <a:rPr lang="en-US" altLang="zh-TW" sz="3600" dirty="0">
                <a:solidFill>
                  <a:schemeClr val="dk1"/>
                </a:solidFill>
              </a:rPr>
              <a:t>:</a:t>
            </a:r>
            <a:r>
              <a:rPr lang="zh-TW" altLang="en-US" sz="3600" dirty="0">
                <a:solidFill>
                  <a:schemeClr val="dk1"/>
                </a:solidFill>
              </a:rPr>
              <a:t> </a:t>
            </a:r>
            <a:r>
              <a:rPr lang="zh-TW" altLang="en-US" sz="2400" dirty="0">
                <a:solidFill>
                  <a:schemeClr val="dk1"/>
                </a:solidFill>
              </a:rPr>
              <a:t>低閥值電壓，速度快，功耗高</a:t>
            </a:r>
            <a:endParaRPr lang="en-US" altLang="zh-TW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400533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裁剪</Template>
  <TotalTime>296</TotalTime>
  <Words>225</Words>
  <Application>Microsoft Office PowerPoint</Application>
  <PresentationFormat>寬螢幕</PresentationFormat>
  <Paragraphs>53</Paragraphs>
  <Slides>21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Economica</vt:lpstr>
      <vt:lpstr>微軟正黑體</vt:lpstr>
      <vt:lpstr>新細明體</vt:lpstr>
      <vt:lpstr>Calibri</vt:lpstr>
      <vt:lpstr>Franklin Gothic Book</vt:lpstr>
      <vt:lpstr>裁剪</vt:lpstr>
      <vt:lpstr>系統晶片</vt:lpstr>
      <vt:lpstr>PowerPoint 簡報</vt:lpstr>
      <vt:lpstr>PowerPoint 簡報</vt:lpstr>
      <vt:lpstr>PowerPoint 簡報</vt:lpstr>
      <vt:lpstr>PowerPoint 簡報</vt:lpstr>
      <vt:lpstr>PowerPoint 簡報</vt:lpstr>
      <vt:lpstr>Set Libraries</vt:lpstr>
      <vt:lpstr>PowerPoint 簡報</vt:lpstr>
      <vt:lpstr>PowerPoint 簡報</vt:lpstr>
      <vt:lpstr>PowerPoint 簡報</vt:lpstr>
      <vt:lpstr>max_hvt_ccs.db </vt:lpstr>
      <vt:lpstr>PowerPoint 簡報</vt:lpstr>
      <vt:lpstr>PowerPoint 簡報</vt:lpstr>
      <vt:lpstr>max_svt_ccs.db </vt:lpstr>
      <vt:lpstr>PowerPoint 簡報</vt:lpstr>
      <vt:lpstr>PowerPoint 簡報</vt:lpstr>
      <vt:lpstr>max_lvt_ccs.db </vt:lpstr>
      <vt:lpstr>PowerPoint 簡報</vt:lpstr>
      <vt:lpstr>PowerPoint 簡報</vt:lpstr>
      <vt:lpstr>compare</vt:lpstr>
      <vt:lpstr>max_lvt/svt/hvt_ccs.db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鎖相迴路</dc:title>
  <dc:creator>以宸 林</dc:creator>
  <cp:lastModifiedBy>User</cp:lastModifiedBy>
  <cp:revision>102</cp:revision>
  <dcterms:created xsi:type="dcterms:W3CDTF">2023-04-26T00:02:03Z</dcterms:created>
  <dcterms:modified xsi:type="dcterms:W3CDTF">2023-05-24T03:51:45Z</dcterms:modified>
</cp:coreProperties>
</file>